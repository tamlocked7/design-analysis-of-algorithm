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331720"/>
            <a:ext cx="1097280" cy="64008"/>
          </a:xfrm>
          <a:prstGeom prst="rect">
            <a:avLst/>
          </a:prstGeom>
          <a:solidFill>
            <a:srgbClr val="14A3A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Dijkstra's Shortest Path Algorithm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8"/>
                </a:solidFill>
              </a:rPr>
              <a:t>Greedy Strategy | Design and Analysis of Algorithms (TEE7451)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Generated using Claude (Anthropic)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Problem and the Idea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</a:rPr>
              <a:t>Generated using Claude (Anthropic)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Single-source shortest path: find the minimum-cost path from one source to every other vertex.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Works on weighted graphs with non-negative edge weights.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Greedy choice: always finalize the unvisited vertex with the smallest known distance.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Relaxation: if dist[u] + w(u,v) &lt; dist[v], update dist[v].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Algorithm (Min-Heap Version)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</a:rPr>
              <a:t>Generated using Claude (Anthropic)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solidFill>
            <a:srgbClr val="F4F7FA"/>
          </a:solidFill>
          <a:ln w="12700">
            <a:solidFill>
              <a:srgbClr val="D5DD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188720"/>
            <a:ext cx="7680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Initialise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vertex v: dist[v] = INF, prev[v] = NIL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dist[src] = 0;  push (0, src) into min-heap 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Main loop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H is not empty: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(d, u) = extract-min(H)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 &gt; dist[u]: continue          // stale entry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edge (u, v, w):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dist[u] + w &lt; dist[v]:     // relax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dist[v] = dist[u] + w;  prev[v] = 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push (dist[v], v) into 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Path to t: follow prev[] from t back to src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Worked Example (Source = A)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</a:rPr>
              <a:t>Generated using Claude (Anthropic)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</a:rPr>
              <a:t>Edges: A-B 4, A-C 2, B-C 1, B-D 5, C-D 8, C-E 10, D-E 2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097280"/>
                <a:gridCol w="1097280"/>
                <a:gridCol w="109728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Pick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A (0)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INF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INF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C (2)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B (3)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D (8)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E (10)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A44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</a:rPr>
              <a:t>Final shortest distances: A=0, B=3, C=2, D=8, E=10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Complexity Analysis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</a:rPr>
              <a:t>Generated using Claude (Anthropic)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Implementation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A3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Array (linear scan)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O(V^2)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Binary min-heap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O((V + E) log 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Fibonacci heap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O(E + V log 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A44"/>
                          </a:solidFill>
                        </a:rPr>
                        <a:t>O(V)</a:t>
                      </a:r>
                      <a:endParaRPr lang="en-US" sz="18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5"/>
                </a:solidFill>
              </a:rPr>
              <a:t>The min-heap version is the standard choice for sparse graphs.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Limitations and Applications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5"/>
                </a:solidFill>
              </a:rPr>
              <a:t>Generated using Claude (Anthropic)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Fails with negative edge weights, because a finalized vertex may later improve. Use Bellman-Ford (O(VE)) instead.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Applications: GPS and map routing, network routing (OSPF), game pathfinding, flight planning.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F2A44"/>
                </a:solidFill>
              </a:rPr>
              <a:t>Takeaway: greedy choice plus relaxation gives optimal shortest paths when weights are non-negative.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Shortest Path Algorithm</dc:title>
  <dc:subject>PptxGenJS Presentation</dc:subject>
  <dc:creator>PptxGenJS</dc:creator>
  <cp:lastModifiedBy>PptxGenJS</cp:lastModifiedBy>
  <cp:revision>1</cp:revision>
  <dcterms:created xsi:type="dcterms:W3CDTF">2026-10-19T13:48:55Z</dcterms:created>
  <dcterms:modified xsi:type="dcterms:W3CDTF">2026-10-19T13:48:55Z</dcterms:modified>
</cp:coreProperties>
</file>